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Selenium to Playwright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Toolkit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Conversion for Enterprise Test Automation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4572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to Leadership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Challenge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554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73152" cy="1554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25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Stack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17373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Selenium + Java + QAF framework is outdated and hard to maintain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4114800" cy="1554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" name="Shape 7"/>
          <p:cNvSpPr/>
          <p:nvPr/>
        </p:nvSpPr>
        <p:spPr>
          <a:xfrm>
            <a:off x="4846320" y="1188720"/>
            <a:ext cx="73152" cy="1554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5074920" y="1325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Execution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74920" y="17373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take too long to run, slowing down CI/CD pipelines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4114800" cy="1554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017520"/>
            <a:ext cx="73152" cy="1554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154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Flaky Tests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5800" y="35661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XPath locators cause frequent test failures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46320" y="3017520"/>
            <a:ext cx="4114800" cy="1554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4846320" y="3017520"/>
            <a:ext cx="73152" cy="1554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5074920" y="3154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Migration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074920" y="35661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Converting 100+ files manually would take months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Solution: Automated Migration Toolkit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743200" cy="1828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70%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0" y="128016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40480" y="12801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command migration for any repository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78308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40480" y="1783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folder structure detection</a:t>
            </a:r>
            <a:endParaRPr lang="en-US" sz="14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228600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840480" y="22860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XPath to Playwright locator conversion</a:t>
            </a:r>
            <a:endParaRPr lang="en-US" sz="14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2788920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840480" y="2788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And/But keyword auto-conversion</a:t>
            </a:r>
            <a:endParaRPr lang="en-US" sz="14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3291840"/>
            <a:ext cx="274320" cy="27432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840480" y="32918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 integration for refinement</a:t>
            </a:r>
            <a:endParaRPr lang="en-US" sz="1400" dirty="0"/>
          </a:p>
        </p:txBody>
      </p:sp>
      <p:sp>
        <p:nvSpPr>
          <p:cNvPr id="17" name="Shape 10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18" name="Text 11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 ANY Selenium + Java + BDD repository - fully configurable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Works: 6-Step Migration Process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60320" cy="1463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32588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716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13716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Playwright project structure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3240" y="1691640"/>
            <a:ext cx="182880" cy="1828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291840" y="1188720"/>
            <a:ext cx="2560320" cy="1463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Shape 8"/>
          <p:cNvSpPr/>
          <p:nvPr/>
        </p:nvSpPr>
        <p:spPr>
          <a:xfrm>
            <a:off x="3429000" y="132588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3429000" y="13716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977640" y="13716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429000" y="18288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And/But keywords</a:t>
            </a:r>
            <a:endParaRPr lang="en-US" sz="12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691640"/>
            <a:ext cx="182880" cy="18288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126480" y="1188720"/>
            <a:ext cx="2560320" cy="1463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Shape 13"/>
          <p:cNvSpPr/>
          <p:nvPr/>
        </p:nvSpPr>
        <p:spPr>
          <a:xfrm>
            <a:off x="6263640" y="132588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4"/>
          <p:cNvSpPr/>
          <p:nvPr/>
        </p:nvSpPr>
        <p:spPr>
          <a:xfrm>
            <a:off x="6263640" y="13716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6812280" y="13716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6263640" y="18288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page classes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457200" y="3017520"/>
            <a:ext cx="2560320" cy="1463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Shape 18"/>
          <p:cNvSpPr/>
          <p:nvPr/>
        </p:nvSpPr>
        <p:spPr>
          <a:xfrm>
            <a:off x="594360" y="315468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3" name="Text 19"/>
          <p:cNvSpPr/>
          <p:nvPr/>
        </p:nvSpPr>
        <p:spPr>
          <a:xfrm>
            <a:off x="594360" y="3200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1143000" y="32004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594360" y="36576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step definitions</a:t>
            </a:r>
            <a:endParaRPr lang="en-US" sz="12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240" y="3520440"/>
            <a:ext cx="182880" cy="182880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3291840" y="3017520"/>
            <a:ext cx="2560320" cy="1463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" name="Shape 23"/>
          <p:cNvSpPr/>
          <p:nvPr/>
        </p:nvSpPr>
        <p:spPr>
          <a:xfrm>
            <a:off x="3429000" y="315468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9" name="Text 24"/>
          <p:cNvSpPr/>
          <p:nvPr/>
        </p:nvSpPr>
        <p:spPr>
          <a:xfrm>
            <a:off x="3429000" y="3200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5"/>
          <p:cNvSpPr/>
          <p:nvPr/>
        </p:nvSpPr>
        <p:spPr>
          <a:xfrm>
            <a:off x="3977640" y="32004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Fixtures</a:t>
            </a:r>
            <a:endParaRPr lang="en-US" sz="1600" dirty="0"/>
          </a:p>
        </p:txBody>
      </p:sp>
      <p:sp>
        <p:nvSpPr>
          <p:cNvPr id="31" name="Text 26"/>
          <p:cNvSpPr/>
          <p:nvPr/>
        </p:nvSpPr>
        <p:spPr>
          <a:xfrm>
            <a:off x="3429000" y="36576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test fixtures</a:t>
            </a:r>
            <a:endParaRPr lang="en-US" sz="12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3520440"/>
            <a:ext cx="182880" cy="182880"/>
          </a:xfrm>
          <a:prstGeom prst="rect">
            <a:avLst/>
          </a:prstGeom>
        </p:spPr>
      </p:pic>
      <p:sp>
        <p:nvSpPr>
          <p:cNvPr id="33" name="Shape 27"/>
          <p:cNvSpPr/>
          <p:nvPr/>
        </p:nvSpPr>
        <p:spPr>
          <a:xfrm>
            <a:off x="6126480" y="3017520"/>
            <a:ext cx="2560320" cy="1463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4" name="Shape 28"/>
          <p:cNvSpPr/>
          <p:nvPr/>
        </p:nvSpPr>
        <p:spPr>
          <a:xfrm>
            <a:off x="6263640" y="315468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5" name="Text 29"/>
          <p:cNvSpPr/>
          <p:nvPr/>
        </p:nvSpPr>
        <p:spPr>
          <a:xfrm>
            <a:off x="6263640" y="3200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36" name="Text 30"/>
          <p:cNvSpPr/>
          <p:nvPr/>
        </p:nvSpPr>
        <p:spPr>
          <a:xfrm>
            <a:off x="6812280" y="32004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1600" dirty="0"/>
          </a:p>
        </p:txBody>
      </p:sp>
      <p:sp>
        <p:nvSpPr>
          <p:cNvPr id="37" name="Text 31"/>
          <p:cNvSpPr/>
          <p:nvPr/>
        </p:nvSpPr>
        <p:spPr>
          <a:xfrm>
            <a:off x="6263640" y="36576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status report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9" name="Text 33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migrate.js all --config migration-config.json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Intelligent XPath to Playwright Conversion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(Selenium XPath)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114800" cy="219456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//button[text()="Submit"]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//input[@id="username"]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//div[@class="error"]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//tr[td[text()="John"]]</a:t>
            </a:r>
            <a:endParaRPr lang="en-US" sz="1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228600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(Playwright)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029200" y="1371600"/>
            <a:ext cx="3657600" cy="219456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3" name="Text 10"/>
          <p:cNvSpPr/>
          <p:nvPr/>
        </p:nvSpPr>
        <p:spPr>
          <a:xfrm>
            <a:off x="5212080" y="1463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getByRole('button', {name: 'Submit'})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212080" y="1965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getByLabel('Username')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212080" y="24688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locator('.error')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212080" y="2971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locator('tr').filter({hasText: 'John'})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3840480"/>
            <a:ext cx="2743200" cy="100584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18" name="Text 15"/>
          <p:cNvSpPr/>
          <p:nvPr/>
        </p:nvSpPr>
        <p:spPr>
          <a:xfrm>
            <a:off x="457200" y="3931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Reliable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57200" y="4297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locators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383280" y="3840480"/>
            <a:ext cx="2743200" cy="100584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21" name="Text 18"/>
          <p:cNvSpPr/>
          <p:nvPr/>
        </p:nvSpPr>
        <p:spPr>
          <a:xfrm>
            <a:off x="3383280" y="3931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Auto-Wait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3383280" y="4297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waiting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309360" y="3840480"/>
            <a:ext cx="2743200" cy="100584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24" name="Text 21"/>
          <p:cNvSpPr/>
          <p:nvPr/>
        </p:nvSpPr>
        <p:spPr>
          <a:xfrm>
            <a:off x="6309360" y="3931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Accessible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309360" y="4297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A11y compliant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GitHub Copilot Integration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remaining 30%, Copilot helps: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TODO methods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0"/>
            <a:ext cx="22860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complex XPath patterns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68880"/>
            <a:ext cx="22860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77240" y="2468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original Java source</a:t>
            </a:r>
            <a:endParaRPr lang="en-US" sz="14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926080"/>
            <a:ext cx="228600" cy="2286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7724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consistent patterns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475488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Copilot Prompt: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4754880" y="1371600"/>
            <a:ext cx="3931920" cy="21031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Text 9"/>
          <p:cNvSpPr/>
          <p:nvPr/>
        </p:nvSpPr>
        <p:spPr>
          <a:xfrm>
            <a:off x="4937760" y="155448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@workspace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 the TODO methods following Playwright patterns.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Workflow</a:t>
            </a: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457200" y="4023360"/>
            <a:ext cx="2560320" cy="8229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Text 12"/>
          <p:cNvSpPr/>
          <p:nvPr/>
        </p:nvSpPr>
        <p:spPr>
          <a:xfrm>
            <a:off x="457200" y="4206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Scripts Generate</a:t>
            </a:r>
            <a:endParaRPr lang="en-US" sz="14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0" y="4297680"/>
            <a:ext cx="228600" cy="228600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3383280" y="4023360"/>
            <a:ext cx="2560320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4"/>
          <p:cNvSpPr/>
          <p:nvPr/>
        </p:nvSpPr>
        <p:spPr>
          <a:xfrm>
            <a:off x="3383280" y="4206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Copilot Refines</a:t>
            </a:r>
            <a:endParaRPr lang="en-US" sz="14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0" y="4297680"/>
            <a:ext cx="228600" cy="22860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6309360" y="4023360"/>
            <a:ext cx="2560320" cy="8229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" name="Text 16"/>
          <p:cNvSpPr/>
          <p:nvPr/>
        </p:nvSpPr>
        <p:spPr>
          <a:xfrm>
            <a:off x="6309360" y="4206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Tests Pass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ROI &amp; Business Benefits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1645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80%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Saved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D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manual migration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097280"/>
            <a:ext cx="2651760" cy="1645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18872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5x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3383280" y="2011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Tests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23317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D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Playwright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1097280"/>
            <a:ext cx="2651760" cy="1645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18872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90%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309360" y="2011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Flaky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23317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D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failures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Benefits</a:t>
            </a:r>
            <a:endParaRPr lang="en-US" sz="18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383280"/>
            <a:ext cx="228600" cy="2286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77240" y="3383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for multiple repositories</a:t>
            </a:r>
            <a:endParaRPr lang="en-US" sz="13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3383280"/>
            <a:ext cx="228600" cy="2286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166360" y="3383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TypeScript codebase</a:t>
            </a:r>
            <a:endParaRPr lang="en-US" sz="13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40480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77240" y="38404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debugging with Playwright</a:t>
            </a:r>
            <a:endParaRPr lang="en-US" sz="13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840480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166360" y="38404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 developer experience</a:t>
            </a:r>
            <a:endParaRPr lang="en-US" sz="13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297680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77240" y="4297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test execution</a:t>
            </a:r>
            <a:endParaRPr lang="en-US" sz="13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4297680"/>
            <a:ext cx="228600" cy="22860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166360" y="4297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pipeline optimization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Migration Timeline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2286000"/>
            <a:ext cx="7315200" cy="0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05740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630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205740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14630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2-3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0" y="265176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03520" y="205740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4630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4-5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265176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06640" y="205740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0" y="14630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6-7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49440" y="265176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8404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Manual Migration: 4-6 weeks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54880" y="3749040"/>
            <a:ext cx="3931920" cy="64008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38404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Toolkit: 1 week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Ready to Modernize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Test Automation?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320040" cy="3200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9535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926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the toolkit documentation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429000"/>
            <a:ext cx="320040" cy="3200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45643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3429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pilot migration on one repository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931920"/>
            <a:ext cx="320040" cy="3200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95935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3931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out to remaining projects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 Let's discuss.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Selenium to Playwright Migration Toolkit</dc:title>
  <dc:subject>PptxGenJS Presentation</dc:subject>
  <dc:creator>Automation Team</dc:creator>
  <cp:lastModifiedBy>Automation Team</cp:lastModifiedBy>
  <cp:revision>1</cp:revision>
  <dcterms:created xsi:type="dcterms:W3CDTF">2026-02-04T03:55:10Z</dcterms:created>
  <dcterms:modified xsi:type="dcterms:W3CDTF">2026-02-04T03:55:10Z</dcterms:modified>
</cp:coreProperties>
</file>